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86" r:id="rId2"/>
    <p:sldId id="287" r:id="rId3"/>
    <p:sldId id="288" r:id="rId4"/>
    <p:sldId id="289" r:id="rId5"/>
  </p:sldIdLst>
  <p:sldSz cx="9144000" cy="5143500" type="screen16x9"/>
  <p:notesSz cx="6858000" cy="9144000"/>
  <p:embeddedFontLst>
    <p:embeddedFont>
      <p:font typeface="Alfa Slab One" panose="020B0604020202020204" charset="0"/>
      <p:regular r:id="rId7"/>
    </p:embeddedFont>
    <p:embeddedFont>
      <p:font typeface="Proxima Nova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1ecefb9e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41ecefb9e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3acd0c7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3acd0c7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1ecefb9e3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1ecefb9e3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5b781ef6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5b781ef6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>
            <a:spLocks noGrp="1"/>
          </p:cNvSpPr>
          <p:nvPr>
            <p:ph type="ctrTitle"/>
          </p:nvPr>
        </p:nvSpPr>
        <p:spPr>
          <a:xfrm>
            <a:off x="345775" y="6981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Aula 3</a:t>
            </a:r>
            <a:endParaRPr/>
          </a:p>
        </p:txBody>
      </p:sp>
      <p:sp>
        <p:nvSpPr>
          <p:cNvPr id="259" name="Google Shape;259;p43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31/03/2025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>
            <a:spLocks noGrp="1"/>
          </p:cNvSpPr>
          <p:nvPr>
            <p:ph type="ctrTitle"/>
          </p:nvPr>
        </p:nvSpPr>
        <p:spPr>
          <a:xfrm>
            <a:off x="345775" y="56192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Substituir o conteúdo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 mudar alguns estilos de um site existente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/>
        </p:nvSpPr>
        <p:spPr>
          <a:xfrm>
            <a:off x="-587600" y="186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Tarefa</a:t>
            </a:r>
            <a:endParaRPr sz="2400" b="1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" name="Google Shape;270;p45"/>
          <p:cNvSpPr txBox="1"/>
          <p:nvPr/>
        </p:nvSpPr>
        <p:spPr>
          <a:xfrm>
            <a:off x="468350" y="740875"/>
            <a:ext cx="8491200" cy="5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Vamos substituir o conteúdo de uma página web existente, feita por uma aluna no semestre passado.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Apenas vamos trabalhar com a página em português do site. O nome do arquivo é “</a:t>
            </a:r>
            <a:r>
              <a:rPr lang="es" b="1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index.html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”. Está na pasta </a:t>
            </a:r>
            <a:r>
              <a:rPr lang="es" b="1">
                <a:latin typeface="Proxima Nova"/>
                <a:ea typeface="Proxima Nova"/>
                <a:cs typeface="Proxima Nova"/>
                <a:sym typeface="Proxima Nova"/>
              </a:rPr>
              <a:t>“Site aula 3”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. Lembre-se de salvar a pasta no computador (na pasta com o seu nome) e </a:t>
            </a:r>
            <a:r>
              <a:rPr lang="es" b="1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descompactá-la 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antes de começar a trabalhar. No Visual Studio Code, abra a pasta inteira (</a:t>
            </a:r>
            <a:r>
              <a:rPr lang="es" b="1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File &gt; Open folder).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O site fala de rolês em Brasília. Para facilitar a tarefa, o conteúdo foi reduzido para incluir apenas </a:t>
            </a:r>
            <a:r>
              <a:rPr lang="es" b="1">
                <a:latin typeface="Proxima Nova"/>
                <a:ea typeface="Proxima Nova"/>
                <a:cs typeface="Proxima Nova"/>
                <a:sym typeface="Proxima Nova"/>
              </a:rPr>
              <a:t>dois bares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e </a:t>
            </a:r>
            <a:r>
              <a:rPr lang="es" b="1">
                <a:latin typeface="Proxima Nova"/>
                <a:ea typeface="Proxima Nova"/>
                <a:cs typeface="Proxima Nova"/>
                <a:sym typeface="Proxima Nova"/>
              </a:rPr>
              <a:t>um café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. Portanto, apenas esses dois itens do menu estarão direcionando para conteúdo.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Escolha outros estabelecimentos e substitua os textos e as imagens. Assim, ao invés de falar dos bares Mimo e Barito, a página apresentará outros bares de sua preferência.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Lembre-se de substituir também o texto alternativo (</a:t>
            </a:r>
            <a:r>
              <a:rPr lang="es" b="1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alt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) das imagens, que não é nada mais do que sua descrição para que as pessoas usuárias de leitor de tela ou que, por algum motivo não conseguem visualizar a imagem, saibam o que aparece nela.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/>
        </p:nvSpPr>
        <p:spPr>
          <a:xfrm>
            <a:off x="-587600" y="186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Tarefa</a:t>
            </a:r>
            <a:endParaRPr sz="2400" b="1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46"/>
          <p:cNvSpPr txBox="1"/>
          <p:nvPr/>
        </p:nvSpPr>
        <p:spPr>
          <a:xfrm>
            <a:off x="468350" y="740875"/>
            <a:ext cx="84912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Uma vez editado o conteúdo, podemos alterar os estilos existentes no arquivo </a:t>
            </a:r>
            <a:r>
              <a:rPr lang="es" b="1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“estilo.css”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Por exemplo, podemos mudar as cores dos textos e do fundo.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Também podemos mudar o tipo de fonte utilizado, substituir o texto de voltar ao topo por um link que seja uma imagem…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Fiquem à vontade para imaginar e colocar em prática suas ideias!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D15C6652CC6BE4DB7F2ED4BE4832789" ma:contentTypeVersion="0" ma:contentTypeDescription="Crie um novo documento." ma:contentTypeScope="" ma:versionID="3a938a110a0d94546ce5ef46be368d4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C312FD-B854-48E1-9355-18451FFE6DFA}"/>
</file>

<file path=customXml/itemProps2.xml><?xml version="1.0" encoding="utf-8"?>
<ds:datastoreItem xmlns:ds="http://schemas.openxmlformats.org/officeDocument/2006/customXml" ds:itemID="{6B566A77-2CC1-4637-90A0-0C63B411EE73}"/>
</file>

<file path=customXml/itemProps3.xml><?xml version="1.0" encoding="utf-8"?>
<ds:datastoreItem xmlns:ds="http://schemas.openxmlformats.org/officeDocument/2006/customXml" ds:itemID="{46CF82B3-46C7-4576-A84A-8E26572A5C0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Presentación en pantalla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Alfa Slab One</vt:lpstr>
      <vt:lpstr>Proxima Nova</vt:lpstr>
      <vt:lpstr>Gameday</vt:lpstr>
      <vt:lpstr>Aula 3</vt:lpstr>
      <vt:lpstr>Substituir o conteúdo  e mudar alguns estilos de um site existente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Helena Santiago Vigata</cp:lastModifiedBy>
  <cp:revision>1</cp:revision>
  <dcterms:modified xsi:type="dcterms:W3CDTF">2025-03-27T20:02:21Z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0x010100DD15C6652CC6BE4DB7F2ED4BE4832789</vt:lpwstr>
  </property>
</Properties>
</file>